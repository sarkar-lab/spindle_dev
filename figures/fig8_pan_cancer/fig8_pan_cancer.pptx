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5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s_Myeloid" descr="rs_Myel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000"/>
            <a:ext cx="828000" cy="828000"/>
          </a:xfrm>
          <a:prstGeom prst="rect">
            <a:avLst/>
          </a:prstGeom>
        </p:spPr>
      </p:pic>
      <p:pic>
        <p:nvPicPr>
          <p:cNvPr id="3" name="grad_breast_cancer_Myeloid" descr="grad_breast_cancer_Myel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288000"/>
            <a:ext cx="1296000" cy="942840"/>
          </a:xfrm>
          <a:prstGeom prst="rect">
            <a:avLst/>
          </a:prstGeom>
        </p:spPr>
      </p:pic>
      <p:pic>
        <p:nvPicPr>
          <p:cNvPr id="4" name="grad_lung_cancer_Myeloid" descr="grad_lung_cancer_Myel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000" y="288000"/>
            <a:ext cx="1728000" cy="564480"/>
          </a:xfrm>
          <a:prstGeom prst="rect">
            <a:avLst/>
          </a:prstGeom>
        </p:spPr>
      </p:pic>
      <p:pic>
        <p:nvPicPr>
          <p:cNvPr id="5" name="grad_pancreatic_cancer_Myeloid" descr="grad_pancreatic_cancer_Myelo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000" y="979200"/>
            <a:ext cx="1728000" cy="512280"/>
          </a:xfrm>
          <a:prstGeom prst="rect">
            <a:avLst/>
          </a:prstGeom>
        </p:spPr>
      </p:pic>
      <p:pic>
        <p:nvPicPr>
          <p:cNvPr id="6" name="grad_brain_cancer_Myeloid" descr="grad_brain_cancer_Myelo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8000" y="288000"/>
            <a:ext cx="1116000" cy="1055880"/>
          </a:xfrm>
          <a:prstGeom prst="rect">
            <a:avLst/>
          </a:prstGeom>
        </p:spPr>
      </p:pic>
      <p:pic>
        <p:nvPicPr>
          <p:cNvPr id="7" name="grad_skin_melanoma_Myeloid" descr="grad_skin_melanoma_Myelo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6000" y="288000"/>
            <a:ext cx="1188000" cy="562680"/>
          </a:xfrm>
          <a:prstGeom prst="rect">
            <a:avLst/>
          </a:prstGeom>
        </p:spPr>
      </p:pic>
      <p:pic>
        <p:nvPicPr>
          <p:cNvPr id="8" name="rs_Stromal_Perivascular" descr="rs_Stromal_Perivascul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692000"/>
            <a:ext cx="828000" cy="828000"/>
          </a:xfrm>
          <a:prstGeom prst="rect">
            <a:avLst/>
          </a:prstGeom>
        </p:spPr>
      </p:pic>
      <p:pic>
        <p:nvPicPr>
          <p:cNvPr id="9" name="grad_breast_cancer_Stromal_Perivascular" descr="grad_breast_cancer_Stromal_Perivascul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000" y="1548000"/>
            <a:ext cx="1296000" cy="942840"/>
          </a:xfrm>
          <a:prstGeom prst="rect">
            <a:avLst/>
          </a:prstGeom>
        </p:spPr>
      </p:pic>
      <p:pic>
        <p:nvPicPr>
          <p:cNvPr id="10" name="grad_lung_cancer_Stromal_Perivascular" descr="grad_lung_cancer_Stromal_Perivascul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8000" y="1548000"/>
            <a:ext cx="1728000" cy="564480"/>
          </a:xfrm>
          <a:prstGeom prst="rect">
            <a:avLst/>
          </a:prstGeom>
        </p:spPr>
      </p:pic>
      <p:pic>
        <p:nvPicPr>
          <p:cNvPr id="11" name="grad_pancreatic_cancer_Stromal_Perivascular" descr="grad_pancreatic_cancer_Stromal_Perivascul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8000" y="2239200"/>
            <a:ext cx="1728000" cy="512280"/>
          </a:xfrm>
          <a:prstGeom prst="rect">
            <a:avLst/>
          </a:prstGeom>
        </p:spPr>
      </p:pic>
      <p:pic>
        <p:nvPicPr>
          <p:cNvPr id="12" name="grad_brain_cancer_Stromal_Perivascular" descr="grad_brain_cancer_Stromal_Perivascula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8000" y="1548000"/>
            <a:ext cx="1116000" cy="1055880"/>
          </a:xfrm>
          <a:prstGeom prst="rect">
            <a:avLst/>
          </a:prstGeom>
        </p:spPr>
      </p:pic>
      <p:pic>
        <p:nvPicPr>
          <p:cNvPr id="13" name="grad_skin_melanoma_Stromal_Perivascular" descr="grad_skin_melanoma_Stromal_Perivascul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6000" y="1548000"/>
            <a:ext cx="1188000" cy="562680"/>
          </a:xfrm>
          <a:prstGeom prst="rect">
            <a:avLst/>
          </a:prstGeom>
        </p:spPr>
      </p:pic>
      <p:pic>
        <p:nvPicPr>
          <p:cNvPr id="14" name="cbar_rs" descr="cbar_r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2808000"/>
            <a:ext cx="864000" cy="252000"/>
          </a:xfrm>
          <a:prstGeom prst="rect">
            <a:avLst/>
          </a:prstGeom>
        </p:spPr>
      </p:pic>
      <p:pic>
        <p:nvPicPr>
          <p:cNvPr id="15" name="cbar_grad" descr="cbar_gra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12000" y="2808000"/>
            <a:ext cx="1080000" cy="252000"/>
          </a:xfrm>
          <a:prstGeom prst="rect">
            <a:avLst/>
          </a:prstGeom>
        </p:spPr>
      </p:pic>
      <p:pic>
        <p:nvPicPr>
          <p:cNvPr id="16" name="gain" descr="gai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3384000"/>
            <a:ext cx="3168000" cy="1512000"/>
          </a:xfrm>
          <a:prstGeom prst="rect">
            <a:avLst/>
          </a:prstGeom>
        </p:spPr>
      </p:pic>
      <p:pic>
        <p:nvPicPr>
          <p:cNvPr id="17" name="lift" descr="lif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6000" y="3384000"/>
            <a:ext cx="3168000" cy="1512000"/>
          </a:xfrm>
          <a:prstGeom prst="rect">
            <a:avLst/>
          </a:prstGeom>
        </p:spPr>
      </p:pic>
      <p:pic>
        <p:nvPicPr>
          <p:cNvPr id="18" name="legend_cd" descr="legend_c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00" y="4932000"/>
            <a:ext cx="6408000" cy="14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" y="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3240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6000" y="3240000"/>
            <a:ext cx="1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A1A1A"/>
                </a:solidFill>
                <a:latin typeface="Arial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126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Breast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8000" y="126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Lung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8000" y="126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Brain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6000" y="126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Skin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2880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Myeloid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8000" y="86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Pancreas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5480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Stromal / perivascular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8000" y="212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0">
                <a:solidFill>
                  <a:srgbClr val="1A1A1A"/>
                </a:solidFill>
                <a:latin typeface="Arial"/>
              </a:rPr>
              <a:t>Pancreas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3060000"/>
            <a:ext cx="86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Query correlation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8000" y="2829600"/>
            <a:ext cx="50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Farther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8000" y="2829600"/>
            <a:ext cx="50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00" b="0">
                <a:solidFill>
                  <a:srgbClr val="1A1A1A"/>
                </a:solidFill>
                <a:latin typeface="Arial"/>
              </a:rPr>
              <a:t>Nearer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2000" y="3060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Arial"/>
              </a:rPr>
              <a:t>Closeness to the 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