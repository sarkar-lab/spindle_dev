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68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ap_xenium" descr="map_xen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000"/>
            <a:ext cx="1512000" cy="2058120"/>
          </a:xfrm>
          <a:prstGeom prst="rect">
            <a:avLst/>
          </a:prstGeom>
        </p:spPr>
      </p:pic>
      <p:pic>
        <p:nvPicPr>
          <p:cNvPr id="3" name="map_visium" descr="map_vis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000" y="180000"/>
            <a:ext cx="1512000" cy="2058120"/>
          </a:xfrm>
          <a:prstGeom prst="rect">
            <a:avLst/>
          </a:prstGeom>
        </p:spPr>
      </p:pic>
      <p:pic>
        <p:nvPicPr>
          <p:cNvPr id="4" name="pca_raw" descr="pca_ra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000" y="288000"/>
            <a:ext cx="1512000" cy="1440000"/>
          </a:xfrm>
          <a:prstGeom prst="rect">
            <a:avLst/>
          </a:prstGeom>
        </p:spPr>
      </p:pic>
      <p:pic>
        <p:nvPicPr>
          <p:cNvPr id="5" name="pca_corr" descr="pca_cor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6000" y="288000"/>
            <a:ext cx="1512000" cy="1440000"/>
          </a:xfrm>
          <a:prstGeom prst="rect">
            <a:avLst/>
          </a:prstGeom>
        </p:spPr>
      </p:pic>
      <p:pic>
        <p:nvPicPr>
          <p:cNvPr id="6" name="legend_platform" descr="legend_platfo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0000" y="1800000"/>
            <a:ext cx="1440000" cy="180000"/>
          </a:xfrm>
          <a:prstGeom prst="rect">
            <a:avLst/>
          </a:prstGeom>
        </p:spPr>
      </p:pic>
      <p:pic>
        <p:nvPicPr>
          <p:cNvPr id="7" name="legend_class" descr="legend_cla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68000"/>
            <a:ext cx="6480000" cy="180000"/>
          </a:xfrm>
          <a:prstGeom prst="rect">
            <a:avLst/>
          </a:prstGeom>
        </p:spPr>
      </p:pic>
      <p:pic>
        <p:nvPicPr>
          <p:cNvPr id="8" name="tissue" descr="tiss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664000"/>
            <a:ext cx="1800000" cy="1656000"/>
          </a:xfrm>
          <a:prstGeom prst="rect">
            <a:avLst/>
          </a:prstGeom>
        </p:spPr>
      </p:pic>
      <p:pic>
        <p:nvPicPr>
          <p:cNvPr id="9" name="ablation" descr="ablat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4000" y="2664000"/>
            <a:ext cx="1800000" cy="1656000"/>
          </a:xfrm>
          <a:prstGeom prst="rect">
            <a:avLst/>
          </a:prstGeom>
        </p:spPr>
      </p:pic>
      <p:pic>
        <p:nvPicPr>
          <p:cNvPr id="10" name="legend_direction" descr="legend_direct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000" y="4356000"/>
            <a:ext cx="2520000" cy="180000"/>
          </a:xfrm>
          <a:prstGeom prst="rect">
            <a:avLst/>
          </a:prstGeom>
        </p:spPr>
      </p:pic>
      <p:pic>
        <p:nvPicPr>
          <p:cNvPr id="11" name="ex_query" descr="ex_quer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88000" y="2736000"/>
            <a:ext cx="864000" cy="864000"/>
          </a:xfrm>
          <a:prstGeom prst="rect">
            <a:avLst/>
          </a:prstGeom>
        </p:spPr>
      </p:pic>
      <p:pic>
        <p:nvPicPr>
          <p:cNvPr id="12" name="ex_hit1" descr="ex_hit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2000" y="2736000"/>
            <a:ext cx="864000" cy="864000"/>
          </a:xfrm>
          <a:prstGeom prst="rect">
            <a:avLst/>
          </a:prstGeom>
        </p:spPr>
      </p:pic>
      <p:pic>
        <p:nvPicPr>
          <p:cNvPr id="13" name="ex_hit2" descr="ex_hit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6000" y="2736000"/>
            <a:ext cx="864000" cy="864000"/>
          </a:xfrm>
          <a:prstGeom prst="rect">
            <a:avLst/>
          </a:prstGeom>
        </p:spPr>
      </p:pic>
      <p:pic>
        <p:nvPicPr>
          <p:cNvPr id="14" name="ex_hit3" descr="ex_hit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88000" y="3744000"/>
            <a:ext cx="864000" cy="864000"/>
          </a:xfrm>
          <a:prstGeom prst="rect">
            <a:avLst/>
          </a:prstGeom>
        </p:spPr>
      </p:pic>
      <p:pic>
        <p:nvPicPr>
          <p:cNvPr id="15" name="ex_hit4" descr="ex_hit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52000" y="3744000"/>
            <a:ext cx="864000" cy="864000"/>
          </a:xfrm>
          <a:prstGeom prst="rect">
            <a:avLst/>
          </a:prstGeom>
        </p:spPr>
      </p:pic>
      <p:pic>
        <p:nvPicPr>
          <p:cNvPr id="16" name="ex_hit5" descr="ex_hit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16000" y="3744000"/>
            <a:ext cx="864000" cy="864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000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2484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2000" y="2484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6000" y="2484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000" y="36000"/>
            <a:ext cx="576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Xenium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88000" y="36000"/>
            <a:ext cx="576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Visium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4000" y="144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Uncorrected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8000" y="144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Global shift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6000" y="2498400"/>
            <a:ext cx="2592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Share of immune cells / spots (Xenium section: 22 %)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8000" y="2620800"/>
            <a:ext cx="86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Query (Visium): 87 %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2000" y="2620800"/>
            <a:ext cx="86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1: 53 %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16000" y="2620800"/>
            <a:ext cx="86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2: 49 %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8000" y="3628800"/>
            <a:ext cx="86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3: 63 %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2000" y="3628800"/>
            <a:ext cx="86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4: 60 %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16000" y="3628800"/>
            <a:ext cx="86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5 (co-located): 69 %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