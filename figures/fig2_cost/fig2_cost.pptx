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617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atasets" descr="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00"/>
            <a:ext cx="2520000" cy="1944000"/>
          </a:xfrm>
          <a:prstGeom prst="rect">
            <a:avLst/>
          </a:prstGeom>
        </p:spPr>
      </p:pic>
      <p:pic>
        <p:nvPicPr>
          <p:cNvPr id="3" name="storage" descr="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00" y="108000"/>
            <a:ext cx="1512000" cy="1944000"/>
          </a:xfrm>
          <a:prstGeom prst="rect">
            <a:avLst/>
          </a:prstGeom>
        </p:spPr>
      </p:pic>
      <p:pic>
        <p:nvPicPr>
          <p:cNvPr id="4" name="build_time" descr="build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000" y="108000"/>
            <a:ext cx="864000" cy="1944000"/>
          </a:xfrm>
          <a:prstGeom prst="rect">
            <a:avLst/>
          </a:prstGeom>
        </p:spPr>
      </p:pic>
      <p:pic>
        <p:nvPicPr>
          <p:cNvPr id="5" name="build_adds" descr="build_ad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000" y="108000"/>
            <a:ext cx="864000" cy="1944000"/>
          </a:xfrm>
          <a:prstGeom prst="rect">
            <a:avLst/>
          </a:prstGeom>
        </p:spPr>
      </p:pic>
      <p:pic>
        <p:nvPicPr>
          <p:cNvPr id="6" name="peak_memory" descr="peak_mem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000" y="108000"/>
            <a:ext cx="720000" cy="1944000"/>
          </a:xfrm>
          <a:prstGeom prst="rect">
            <a:avLst/>
          </a:prstGeom>
        </p:spPr>
      </p:pic>
      <p:pic>
        <p:nvPicPr>
          <p:cNvPr id="7" name="cells_storage" descr="cells_stor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32000"/>
            <a:ext cx="3096000" cy="1152000"/>
          </a:xfrm>
          <a:prstGeom prst="rect">
            <a:avLst/>
          </a:prstGeom>
        </p:spPr>
      </p:pic>
      <p:pic>
        <p:nvPicPr>
          <p:cNvPr id="8" name="cells_time" descr="cells_ti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384000"/>
            <a:ext cx="3096000" cy="1152000"/>
          </a:xfrm>
          <a:prstGeom prst="rect">
            <a:avLst/>
          </a:prstGeom>
        </p:spPr>
      </p:pic>
      <p:pic>
        <p:nvPicPr>
          <p:cNvPr id="9" name="cells_memory" descr="cells_mem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536000"/>
            <a:ext cx="3096000" cy="1368000"/>
          </a:xfrm>
          <a:prstGeom prst="rect">
            <a:avLst/>
          </a:prstGeom>
        </p:spPr>
      </p:pic>
      <p:pic>
        <p:nvPicPr>
          <p:cNvPr id="10" name="genes_storage" descr="genes_stor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2000" y="2232000"/>
            <a:ext cx="3096000" cy="1152000"/>
          </a:xfrm>
          <a:prstGeom prst="rect">
            <a:avLst/>
          </a:prstGeom>
        </p:spPr>
      </p:pic>
      <p:pic>
        <p:nvPicPr>
          <p:cNvPr id="11" name="genes_time" descr="genes_tim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2000" y="3384000"/>
            <a:ext cx="3096000" cy="1152000"/>
          </a:xfrm>
          <a:prstGeom prst="rect">
            <a:avLst/>
          </a:prstGeom>
        </p:spPr>
      </p:pic>
      <p:pic>
        <p:nvPicPr>
          <p:cNvPr id="12" name="genes_memory" descr="genes_memo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2000" y="4536000"/>
            <a:ext cx="3096000" cy="1368000"/>
          </a:xfrm>
          <a:prstGeom prst="rect">
            <a:avLst/>
          </a:prstGeom>
        </p:spPr>
      </p:pic>
      <p:pic>
        <p:nvPicPr>
          <p:cNvPr id="13" name="legend_tiers" descr="legend_tier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00" y="5958000"/>
            <a:ext cx="6408000" cy="18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000" y="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210600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2000" y="2106000"/>
            <a:ext cx="14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87k–817k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313–480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705–9,558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4000" y="169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43–471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0885" y="302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1585" y="302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8.8×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9909" y="466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18×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9458" y="466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8.9×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3839" y="631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8656" y="631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8.9×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8844" y="795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15×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9833" y="795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8.9×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8720" y="959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24×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1620" y="9596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8.4×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87912" y="1123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16×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1419" y="11238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9.2×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8582" y="1288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16×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5867" y="128810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8.7×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8751" y="1452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22×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742" y="1452352"/>
            <a:ext cx="216000" cy="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8.7×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6000" y="194400"/>
            <a:ext cx="8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Spindle (full build)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0000" y="194400"/>
            <a:ext cx="8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added over Spindle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4000" y="194400"/>
            <a:ext cx="7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all four indexes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000" y="210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Tonsil, 1.35M cells, 377 genes, subsampled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80000" y="210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Lymph node 5k, 6,972 index tiles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