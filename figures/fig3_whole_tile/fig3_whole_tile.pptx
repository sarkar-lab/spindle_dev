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54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ming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00"/>
            <a:ext cx="3960000" cy="2520000"/>
          </a:xfrm>
          <a:prstGeom prst="rect">
            <a:avLst/>
          </a:prstGeom>
        </p:spPr>
      </p:pic>
      <p:pic>
        <p:nvPicPr>
          <p:cNvPr id="3" name="nx" descr="n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0" y="144000"/>
            <a:ext cx="2520000" cy="2520000"/>
          </a:xfrm>
          <a:prstGeom prst="rect">
            <a:avLst/>
          </a:prstGeom>
        </p:spPr>
      </p:pic>
      <p:pic>
        <p:nvPicPr>
          <p:cNvPr id="4" name="legend_timing" descr="legend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" y="2700000"/>
            <a:ext cx="3168000" cy="288000"/>
          </a:xfrm>
          <a:prstGeom prst="rect">
            <a:avLst/>
          </a:prstGeom>
        </p:spPr>
      </p:pic>
      <p:pic>
        <p:nvPicPr>
          <p:cNvPr id="5" name="band" descr="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04000"/>
            <a:ext cx="2016000" cy="1872000"/>
          </a:xfrm>
          <a:prstGeom prst="rect">
            <a:avLst/>
          </a:prstGeom>
        </p:spPr>
      </p:pic>
      <p:pic>
        <p:nvPicPr>
          <p:cNvPr id="6" name="memory_breast_cancer" descr="memory_breast_canc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0000" y="3204000"/>
            <a:ext cx="2088000" cy="1872000"/>
          </a:xfrm>
          <a:prstGeom prst="rect">
            <a:avLst/>
          </a:prstGeom>
        </p:spPr>
      </p:pic>
      <p:pic>
        <p:nvPicPr>
          <p:cNvPr id="7" name="memory_brain_cancer" descr="memory_brain_canc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000" y="3204000"/>
            <a:ext cx="2088000" cy="1872000"/>
          </a:xfrm>
          <a:prstGeom prst="rect">
            <a:avLst/>
          </a:prstGeom>
        </p:spPr>
      </p:pic>
      <p:pic>
        <p:nvPicPr>
          <p:cNvPr id="8" name="legend_memory" descr="legend_mem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076000"/>
            <a:ext cx="4176000" cy="3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06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306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4000" y="54000"/>
            <a:ext cx="57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Speed-up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309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Breast, typical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0" y="30960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30960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2000" y="257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000" y="3272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2000" y="5252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19×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2000" y="59471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2000" y="79307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14×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2000" y="86255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4.4×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2000" y="1060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2000" y="1130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3.9×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2000" y="1328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25×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2000" y="139823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5.3×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2000" y="159623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16×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2000" y="166571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2000" y="18640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14×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2000" y="1933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3.3×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2000" y="2131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29×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0" y="2201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5.3×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720" y="32374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1519" y="42447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256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83400" y="35946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1800" y="38422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1439" y="33156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91240" y="3337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5720" y="38588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256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14879" y="35046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7720" y="34473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54000" y="3218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