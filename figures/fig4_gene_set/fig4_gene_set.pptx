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89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nd" descr="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00"/>
            <a:ext cx="2016000" cy="1656000"/>
          </a:xfrm>
          <a:prstGeom prst="rect">
            <a:avLst/>
          </a:prstGeom>
        </p:spPr>
      </p:pic>
      <p:pic>
        <p:nvPicPr>
          <p:cNvPr id="3" name="nx_size" descr="nx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000" y="144000"/>
            <a:ext cx="2016000" cy="1656000"/>
          </a:xfrm>
          <a:prstGeom prst="rect">
            <a:avLst/>
          </a:prstGeom>
        </p:spPr>
      </p:pic>
      <p:pic>
        <p:nvPicPr>
          <p:cNvPr id="4" name="overlap_size" descr="overlap_si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000" y="144000"/>
            <a:ext cx="2016000" cy="1656000"/>
          </a:xfrm>
          <a:prstGeom prst="rect">
            <a:avLst/>
          </a:prstGeom>
        </p:spPr>
      </p:pic>
      <p:pic>
        <p:nvPicPr>
          <p:cNvPr id="5" name="legend_nx" descr="legend_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8000" y="1800000"/>
            <a:ext cx="4320000" cy="216000"/>
          </a:xfrm>
          <a:prstGeom prst="rect">
            <a:avLst/>
          </a:prstGeom>
        </p:spPr>
      </p:pic>
      <p:pic>
        <p:nvPicPr>
          <p:cNvPr id="6" name="timing" descr="tim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32000"/>
            <a:ext cx="2448000" cy="2232000"/>
          </a:xfrm>
          <a:prstGeom prst="rect">
            <a:avLst/>
          </a:prstGeom>
        </p:spPr>
      </p:pic>
      <p:pic>
        <p:nvPicPr>
          <p:cNvPr id="7" name="nx" descr="n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8000" y="2232000"/>
            <a:ext cx="1584000" cy="2232000"/>
          </a:xfrm>
          <a:prstGeom prst="rect">
            <a:avLst/>
          </a:prstGeom>
        </p:spPr>
      </p:pic>
      <p:pic>
        <p:nvPicPr>
          <p:cNvPr id="8" name="storage" descr="stor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4000" y="2232000"/>
            <a:ext cx="1800000" cy="2232000"/>
          </a:xfrm>
          <a:prstGeom prst="rect">
            <a:avLst/>
          </a:prstGeom>
        </p:spPr>
      </p:pic>
      <p:pic>
        <p:nvPicPr>
          <p:cNvPr id="9" name="legend_timing" descr="legend_tim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536000"/>
            <a:ext cx="2520000" cy="288000"/>
          </a:xfrm>
          <a:prstGeom prst="rect">
            <a:avLst/>
          </a:prstGeom>
        </p:spPr>
      </p:pic>
      <p:pic>
        <p:nvPicPr>
          <p:cNvPr id="10" name="legend_storage" descr="legend_stor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92000" y="4536000"/>
            <a:ext cx="3240000" cy="28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200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400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2088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8000" y="2088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4000" y="2088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360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Breast, typical query, |S| =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4000" y="2124000"/>
            <a:ext cx="432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Speed-up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0000" y="236232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34×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0000" y="25941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34×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0000" y="282564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51×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0000" y="305748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46×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0000" y="328932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35×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70000" y="35211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46×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70000" y="375264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42×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0000" y="398448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51×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