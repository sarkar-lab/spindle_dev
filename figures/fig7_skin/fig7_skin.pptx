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5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ig_map_Melanocyte_Tumor" descr="sig_map_Melanocyte_Tum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000"/>
            <a:ext cx="2088000" cy="988920"/>
          </a:xfrm>
          <a:prstGeom prst="rect">
            <a:avLst/>
          </a:prstGeom>
        </p:spPr>
      </p:pic>
      <p:pic>
        <p:nvPicPr>
          <p:cNvPr id="3" name="cbar_sig_Melanocyte_Tumor" descr="cbar_sig_Melanocyte_Tum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260000"/>
            <a:ext cx="792000" cy="252000"/>
          </a:xfrm>
          <a:prstGeom prst="rect">
            <a:avLst/>
          </a:prstGeom>
        </p:spPr>
      </p:pic>
      <p:pic>
        <p:nvPicPr>
          <p:cNvPr id="4" name="sig_map_Keratinocyte_Epidermis" descr="sig_map_Keratinocyte_Epiderm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000" y="216000"/>
            <a:ext cx="2088000" cy="988920"/>
          </a:xfrm>
          <a:prstGeom prst="rect">
            <a:avLst/>
          </a:prstGeom>
        </p:spPr>
      </p:pic>
      <p:pic>
        <p:nvPicPr>
          <p:cNvPr id="5" name="cbar_sig_Keratinocyte_Epidermis" descr="cbar_sig_Keratinocyte_Epiderm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000" y="1260000"/>
            <a:ext cx="792000" cy="252000"/>
          </a:xfrm>
          <a:prstGeom prst="rect">
            <a:avLst/>
          </a:prstGeom>
        </p:spPr>
      </p:pic>
      <p:pic>
        <p:nvPicPr>
          <p:cNvPr id="6" name="sig_map_Immune_Infiltrate" descr="sig_map_Immune_Infiltr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2000" y="216000"/>
            <a:ext cx="2088000" cy="988920"/>
          </a:xfrm>
          <a:prstGeom prst="rect">
            <a:avLst/>
          </a:prstGeom>
        </p:spPr>
      </p:pic>
      <p:pic>
        <p:nvPicPr>
          <p:cNvPr id="7" name="cbar_sig_Immune_Infiltrate" descr="cbar_sig_Immune_Infiltr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000" y="1260000"/>
            <a:ext cx="792000" cy="252000"/>
          </a:xfrm>
          <a:prstGeom prst="rect">
            <a:avLst/>
          </a:prstGeom>
        </p:spPr>
      </p:pic>
      <p:pic>
        <p:nvPicPr>
          <p:cNvPr id="8" name="ex_map" descr="ex_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908000"/>
            <a:ext cx="2160000" cy="1022760"/>
          </a:xfrm>
          <a:prstGeom prst="rect">
            <a:avLst/>
          </a:prstGeom>
        </p:spPr>
      </p:pic>
      <p:pic>
        <p:nvPicPr>
          <p:cNvPr id="9" name="legend_class" descr="legend_clas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988000"/>
            <a:ext cx="2160000" cy="144000"/>
          </a:xfrm>
          <a:prstGeom prst="rect">
            <a:avLst/>
          </a:prstGeom>
        </p:spPr>
      </p:pic>
      <p:pic>
        <p:nvPicPr>
          <p:cNvPr id="10" name="ex_query" descr="ex_que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8000" y="2250000"/>
            <a:ext cx="324000" cy="324000"/>
          </a:xfrm>
          <a:prstGeom prst="rect">
            <a:avLst/>
          </a:prstGeom>
        </p:spPr>
      </p:pic>
      <p:pic>
        <p:nvPicPr>
          <p:cNvPr id="11" name="ex_hit1" descr="ex_hit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4000" y="2016000"/>
            <a:ext cx="324000" cy="324000"/>
          </a:xfrm>
          <a:prstGeom prst="rect">
            <a:avLst/>
          </a:prstGeom>
        </p:spPr>
      </p:pic>
      <p:pic>
        <p:nvPicPr>
          <p:cNvPr id="12" name="ex_hit2" descr="ex_hit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2000" y="2016000"/>
            <a:ext cx="324000" cy="324000"/>
          </a:xfrm>
          <a:prstGeom prst="rect">
            <a:avLst/>
          </a:prstGeom>
        </p:spPr>
      </p:pic>
      <p:pic>
        <p:nvPicPr>
          <p:cNvPr id="13" name="ex_hit3" descr="ex_hit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0000" y="2016000"/>
            <a:ext cx="324000" cy="324000"/>
          </a:xfrm>
          <a:prstGeom prst="rect">
            <a:avLst/>
          </a:prstGeom>
        </p:spPr>
      </p:pic>
      <p:pic>
        <p:nvPicPr>
          <p:cNvPr id="14" name="ex_hit4" descr="ex_hit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98000" y="2016000"/>
            <a:ext cx="324000" cy="324000"/>
          </a:xfrm>
          <a:prstGeom prst="rect">
            <a:avLst/>
          </a:prstGeom>
        </p:spPr>
      </p:pic>
      <p:pic>
        <p:nvPicPr>
          <p:cNvPr id="15" name="ex_hit5" descr="ex_hit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76000" y="2016000"/>
            <a:ext cx="324000" cy="324000"/>
          </a:xfrm>
          <a:prstGeom prst="rect">
            <a:avLst/>
          </a:prstGeom>
        </p:spPr>
      </p:pic>
      <p:pic>
        <p:nvPicPr>
          <p:cNvPr id="16" name="ex_hit6" descr="ex_hit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64000" y="2484000"/>
            <a:ext cx="324000" cy="324000"/>
          </a:xfrm>
          <a:prstGeom prst="rect">
            <a:avLst/>
          </a:prstGeom>
        </p:spPr>
      </p:pic>
      <p:pic>
        <p:nvPicPr>
          <p:cNvPr id="17" name="ex_hit7" descr="ex_hit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2000" y="2484000"/>
            <a:ext cx="324000" cy="324000"/>
          </a:xfrm>
          <a:prstGeom prst="rect">
            <a:avLst/>
          </a:prstGeom>
        </p:spPr>
      </p:pic>
      <p:pic>
        <p:nvPicPr>
          <p:cNvPr id="18" name="ex_hit8" descr="ex_hit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20000" y="2484000"/>
            <a:ext cx="324000" cy="324000"/>
          </a:xfrm>
          <a:prstGeom prst="rect">
            <a:avLst/>
          </a:prstGeom>
        </p:spPr>
      </p:pic>
      <p:pic>
        <p:nvPicPr>
          <p:cNvPr id="19" name="ex_hit9" descr="ex_hit9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98000" y="2484000"/>
            <a:ext cx="324000" cy="324000"/>
          </a:xfrm>
          <a:prstGeom prst="rect">
            <a:avLst/>
          </a:prstGeom>
        </p:spPr>
      </p:pic>
      <p:pic>
        <p:nvPicPr>
          <p:cNvPr id="20" name="ex_hit10" descr="ex_hit1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6000" y="2484000"/>
            <a:ext cx="324000" cy="324000"/>
          </a:xfrm>
          <a:prstGeom prst="rect">
            <a:avLst/>
          </a:prstGeom>
        </p:spPr>
      </p:pic>
      <p:pic>
        <p:nvPicPr>
          <p:cNvPr id="21" name="ex_comp" descr="ex_comp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0" y="1764000"/>
            <a:ext cx="936000" cy="1440000"/>
          </a:xfrm>
          <a:prstGeom prst="rect">
            <a:avLst/>
          </a:prstGeom>
        </p:spPr>
      </p:pic>
      <p:pic>
        <p:nvPicPr>
          <p:cNvPr id="22" name="tv_base" descr="tv_bas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44000" y="1764000"/>
            <a:ext cx="864000" cy="1440000"/>
          </a:xfrm>
          <a:prstGeom prst="rect">
            <a:avLst/>
          </a:prstGeom>
        </p:spPr>
      </p:pic>
      <p:pic>
        <p:nvPicPr>
          <p:cNvPr id="23" name="legend_tiles" descr="legend_tiles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000" y="3456000"/>
            <a:ext cx="2088000" cy="144000"/>
          </a:xfrm>
          <a:prstGeom prst="rect">
            <a:avLst/>
          </a:prstGeom>
        </p:spPr>
      </p:pic>
      <p:pic>
        <p:nvPicPr>
          <p:cNvPr id="24" name="tiles_all" descr="tiles_all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3600000"/>
            <a:ext cx="2088000" cy="1584000"/>
          </a:xfrm>
          <a:prstGeom prst="rect">
            <a:avLst/>
          </a:prstGeom>
        </p:spPr>
      </p:pic>
      <p:pic>
        <p:nvPicPr>
          <p:cNvPr id="25" name="legend_lists" descr="legend_lists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00000" y="3456000"/>
            <a:ext cx="3240000" cy="144000"/>
          </a:xfrm>
          <a:prstGeom prst="rect">
            <a:avLst/>
          </a:prstGeom>
        </p:spPr>
      </p:pic>
      <p:pic>
        <p:nvPicPr>
          <p:cNvPr id="26" name="delta_all" descr="delta_all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196000" y="3600000"/>
            <a:ext cx="2088000" cy="1584000"/>
          </a:xfrm>
          <a:prstGeom prst="rect">
            <a:avLst/>
          </a:prstGeom>
        </p:spPr>
      </p:pic>
      <p:pic>
        <p:nvPicPr>
          <p:cNvPr id="27" name="lift_all" descr="lift_all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56000" y="3600000"/>
            <a:ext cx="2088000" cy="158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169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331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60000" y="331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0" y="331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000" y="18000"/>
            <a:ext cx="19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Arial"/>
              </a:rPr>
              <a:t>Melanocyte (8 genes)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0000" y="18000"/>
            <a:ext cx="19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Arial"/>
              </a:rPr>
              <a:t>Keratinocyte (4 genes)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6000" y="18000"/>
            <a:ext cx="19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Arial"/>
              </a:rPr>
              <a:t>Immune (5 genes)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1512000"/>
            <a:ext cx="43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Signature score; Spindle-partial's 10 nearest tiles outlined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4000" y="1908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42000" y="1908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0000" y="1908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8000" y="1908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76000" y="1908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64000" y="2376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42000" y="2376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0000" y="2376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8000" y="2376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6000" y="2376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000" y="1710000"/>
            <a:ext cx="21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Held-out query and its top 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68000" y="2592000"/>
            <a:ext cx="32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Query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